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412B44-A76F-4EB0-AD9E-8221C2FA29EF}" v="30" dt="2026-09-08T17:46:20.230"/>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74" d="100"/>
          <a:sy n="74" d="100"/>
        </p:scale>
        <p:origin x="296"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vyashree Avadhani" userId="0ea2f4f3cf1f76bf" providerId="LiveId" clId="{8D972CEA-C3BC-48FD-983D-E087D6D9D3D1}"/>
    <pc:docChg chg="custSel modSld">
      <pc:chgData name="Navyashree Avadhani" userId="0ea2f4f3cf1f76bf" providerId="LiveId" clId="{8D972CEA-C3BC-48FD-983D-E087D6D9D3D1}" dt="2026-09-08T17:46:33.972" v="191" actId="403"/>
      <pc:docMkLst>
        <pc:docMk/>
      </pc:docMkLst>
      <pc:sldChg chg="delSp modSp mod">
        <pc:chgData name="Navyashree Avadhani" userId="0ea2f4f3cf1f76bf" providerId="LiveId" clId="{8D972CEA-C3BC-48FD-983D-E087D6D9D3D1}" dt="2026-09-08T17:17:57.435" v="183" actId="478"/>
        <pc:sldMkLst>
          <pc:docMk/>
          <pc:sldMk cId="3401748718" sldId="304"/>
        </pc:sldMkLst>
        <pc:spChg chg="del mod">
          <ac:chgData name="Navyashree Avadhani" userId="0ea2f4f3cf1f76bf" providerId="LiveId" clId="{8D972CEA-C3BC-48FD-983D-E087D6D9D3D1}" dt="2026-09-08T17:17:57.435" v="183" actId="478"/>
          <ac:spMkLst>
            <pc:docMk/>
            <pc:sldMk cId="3401748718" sldId="304"/>
            <ac:spMk id="12" creationId="{BC277FD7-925B-4C3D-A364-118403201507}"/>
          </ac:spMkLst>
        </pc:spChg>
      </pc:sldChg>
      <pc:sldChg chg="addSp delSp modSp mod">
        <pc:chgData name="Navyashree Avadhani" userId="0ea2f4f3cf1f76bf" providerId="LiveId" clId="{8D972CEA-C3BC-48FD-983D-E087D6D9D3D1}" dt="2026-09-08T14:45:27.441" v="21" actId="20577"/>
        <pc:sldMkLst>
          <pc:docMk/>
          <pc:sldMk cId="1086225493" sldId="339"/>
        </pc:sldMkLst>
        <pc:spChg chg="add mod">
          <ac:chgData name="Navyashree Avadhani" userId="0ea2f4f3cf1f76bf" providerId="LiveId" clId="{8D972CEA-C3BC-48FD-983D-E087D6D9D3D1}" dt="2026-09-08T14:45:27.441" v="21" actId="20577"/>
          <ac:spMkLst>
            <pc:docMk/>
            <pc:sldMk cId="1086225493" sldId="339"/>
            <ac:spMk id="14" creationId="{C7E9687A-1EE8-ECB8-BAB3-B58D43B8B42C}"/>
          </ac:spMkLst>
        </pc:spChg>
        <pc:picChg chg="add del mod">
          <ac:chgData name="Navyashree Avadhani" userId="0ea2f4f3cf1f76bf" providerId="LiveId" clId="{8D972CEA-C3BC-48FD-983D-E087D6D9D3D1}" dt="2026-09-08T14:43:05.350" v="7" actId="478"/>
          <ac:picMkLst>
            <pc:docMk/>
            <pc:sldMk cId="1086225493" sldId="339"/>
            <ac:picMk id="3" creationId="{8F7CCE99-1679-90A1-3551-22D083DA5683}"/>
          </ac:picMkLst>
        </pc:picChg>
        <pc:picChg chg="add del mod">
          <ac:chgData name="Navyashree Avadhani" userId="0ea2f4f3cf1f76bf" providerId="LiveId" clId="{8D972CEA-C3BC-48FD-983D-E087D6D9D3D1}" dt="2026-09-08T14:43:05.350" v="7" actId="478"/>
          <ac:picMkLst>
            <pc:docMk/>
            <pc:sldMk cId="1086225493" sldId="339"/>
            <ac:picMk id="9" creationId="{D4CB7322-83DB-88D0-50BF-AE7259C8E414}"/>
          </ac:picMkLst>
        </pc:picChg>
        <pc:picChg chg="add mod">
          <ac:chgData name="Navyashree Avadhani" userId="0ea2f4f3cf1f76bf" providerId="LiveId" clId="{8D972CEA-C3BC-48FD-983D-E087D6D9D3D1}" dt="2026-09-08T14:43:20.780" v="9" actId="1076"/>
          <ac:picMkLst>
            <pc:docMk/>
            <pc:sldMk cId="1086225493" sldId="339"/>
            <ac:picMk id="11" creationId="{064D0B53-CF13-D0E5-BFE2-A25B04FBAF2D}"/>
          </ac:picMkLst>
        </pc:picChg>
        <pc:picChg chg="add mod">
          <ac:chgData name="Navyashree Avadhani" userId="0ea2f4f3cf1f76bf" providerId="LiveId" clId="{8D972CEA-C3BC-48FD-983D-E087D6D9D3D1}" dt="2026-09-08T14:43:35.325" v="11" actId="1076"/>
          <ac:picMkLst>
            <pc:docMk/>
            <pc:sldMk cId="1086225493" sldId="339"/>
            <ac:picMk id="13" creationId="{A33A5E06-5A38-6E97-5229-FB7DF137C865}"/>
          </ac:picMkLst>
        </pc:picChg>
      </pc:sldChg>
      <pc:sldChg chg="addSp delSp modSp mod delAnim modAnim">
        <pc:chgData name="Navyashree Avadhani" userId="0ea2f4f3cf1f76bf" providerId="LiveId" clId="{8D972CEA-C3BC-48FD-983D-E087D6D9D3D1}" dt="2026-09-08T15:05:45.197" v="61" actId="12"/>
        <pc:sldMkLst>
          <pc:docMk/>
          <pc:sldMk cId="3849627828" sldId="340"/>
        </pc:sldMkLst>
        <pc:spChg chg="add del mod">
          <ac:chgData name="Navyashree Avadhani" userId="0ea2f4f3cf1f76bf" providerId="LiveId" clId="{8D972CEA-C3BC-48FD-983D-E087D6D9D3D1}" dt="2026-09-08T15:03:23.019" v="31"/>
          <ac:spMkLst>
            <pc:docMk/>
            <pc:sldMk cId="3849627828" sldId="340"/>
            <ac:spMk id="3" creationId="{54D091FE-90F0-471A-6BF5-4E6791C0612A}"/>
          </ac:spMkLst>
        </pc:spChg>
        <pc:spChg chg="mod">
          <ac:chgData name="Navyashree Avadhani" userId="0ea2f4f3cf1f76bf" providerId="LiveId" clId="{8D972CEA-C3BC-48FD-983D-E087D6D9D3D1}" dt="2026-09-08T15:04:03.869" v="36" actId="1076"/>
          <ac:spMkLst>
            <pc:docMk/>
            <pc:sldMk cId="3849627828" sldId="340"/>
            <ac:spMk id="4" creationId="{6D5AF756-BADB-9E87-14AC-F87A8C7463BF}"/>
          </ac:spMkLst>
        </pc:spChg>
        <pc:spChg chg="del mod">
          <ac:chgData name="Navyashree Avadhani" userId="0ea2f4f3cf1f76bf" providerId="LiveId" clId="{8D972CEA-C3BC-48FD-983D-E087D6D9D3D1}" dt="2026-09-08T15:02:42.153" v="26" actId="478"/>
          <ac:spMkLst>
            <pc:docMk/>
            <pc:sldMk cId="3849627828" sldId="340"/>
            <ac:spMk id="10" creationId="{3A64DB11-806F-1A4C-E0D5-D745D29CED50}"/>
          </ac:spMkLst>
        </pc:spChg>
        <pc:spChg chg="add mod">
          <ac:chgData name="Navyashree Avadhani" userId="0ea2f4f3cf1f76bf" providerId="LiveId" clId="{8D972CEA-C3BC-48FD-983D-E087D6D9D3D1}" dt="2026-09-08T15:05:45.197" v="61" actId="12"/>
          <ac:spMkLst>
            <pc:docMk/>
            <pc:sldMk cId="3849627828" sldId="340"/>
            <ac:spMk id="11" creationId="{A9981AEE-2E39-DC46-1275-C895435F3463}"/>
          </ac:spMkLst>
        </pc:spChg>
        <pc:graphicFrameChg chg="add del mod modGraphic">
          <ac:chgData name="Navyashree Avadhani" userId="0ea2f4f3cf1f76bf" providerId="LiveId" clId="{8D972CEA-C3BC-48FD-983D-E087D6D9D3D1}" dt="2026-09-08T15:05:19.931" v="46" actId="478"/>
          <ac:graphicFrameMkLst>
            <pc:docMk/>
            <pc:sldMk cId="3849627828" sldId="340"/>
            <ac:graphicFrameMk id="2" creationId="{F114BB1E-7320-E3FE-D0F5-6814101ED423}"/>
          </ac:graphicFrameMkLst>
        </pc:graphicFrameChg>
        <pc:picChg chg="add mod">
          <ac:chgData name="Navyashree Avadhani" userId="0ea2f4f3cf1f76bf" providerId="LiveId" clId="{8D972CEA-C3BC-48FD-983D-E087D6D9D3D1}" dt="2026-09-08T15:03:32.702" v="35" actId="1076"/>
          <ac:picMkLst>
            <pc:docMk/>
            <pc:sldMk cId="3849627828" sldId="340"/>
            <ac:picMk id="6" creationId="{71A67254-412B-5AF5-61C8-DA15E61FE952}"/>
          </ac:picMkLst>
        </pc:picChg>
        <pc:picChg chg="add mod">
          <ac:chgData name="Navyashree Avadhani" userId="0ea2f4f3cf1f76bf" providerId="LiveId" clId="{8D972CEA-C3BC-48FD-983D-E087D6D9D3D1}" dt="2026-09-08T15:04:49.018" v="43" actId="1076"/>
          <ac:picMkLst>
            <pc:docMk/>
            <pc:sldMk cId="3849627828" sldId="340"/>
            <ac:picMk id="9" creationId="{83C62385-598F-3CB6-3587-85FD1B6B3BED}"/>
          </ac:picMkLst>
        </pc:picChg>
      </pc:sldChg>
      <pc:sldChg chg="addSp modSp mod">
        <pc:chgData name="Navyashree Avadhani" userId="0ea2f4f3cf1f76bf" providerId="LiveId" clId="{8D972CEA-C3BC-48FD-983D-E087D6D9D3D1}" dt="2026-09-08T16:28:07.707" v="172" actId="1076"/>
        <pc:sldMkLst>
          <pc:docMk/>
          <pc:sldMk cId="776828144" sldId="341"/>
        </pc:sldMkLst>
        <pc:spChg chg="add mod">
          <ac:chgData name="Navyashree Avadhani" userId="0ea2f4f3cf1f76bf" providerId="LiveId" clId="{8D972CEA-C3BC-48FD-983D-E087D6D9D3D1}" dt="2026-09-08T16:27:19.445" v="167" actId="1076"/>
          <ac:spMkLst>
            <pc:docMk/>
            <pc:sldMk cId="776828144" sldId="341"/>
            <ac:spMk id="3" creationId="{D4100DC4-F7F3-8514-0D0F-7CE3D033BCB7}"/>
          </ac:spMkLst>
        </pc:spChg>
        <pc:spChg chg="add mod">
          <ac:chgData name="Navyashree Avadhani" userId="0ea2f4f3cf1f76bf" providerId="LiveId" clId="{8D972CEA-C3BC-48FD-983D-E087D6D9D3D1}" dt="2026-09-08T16:28:07.707" v="172" actId="1076"/>
          <ac:spMkLst>
            <pc:docMk/>
            <pc:sldMk cId="776828144" sldId="341"/>
            <ac:spMk id="6" creationId="{CE03F97B-4868-7FA9-7BBE-96B2EEF9A0B5}"/>
          </ac:spMkLst>
        </pc:spChg>
      </pc:sldChg>
      <pc:sldChg chg="addSp delSp modSp mod">
        <pc:chgData name="Navyashree Avadhani" userId="0ea2f4f3cf1f76bf" providerId="LiveId" clId="{8D972CEA-C3BC-48FD-983D-E087D6D9D3D1}" dt="2026-09-08T17:46:33.972" v="191" actId="403"/>
        <pc:sldMkLst>
          <pc:docMk/>
          <pc:sldMk cId="3863610428" sldId="342"/>
        </pc:sldMkLst>
        <pc:spChg chg="add mod">
          <ac:chgData name="Navyashree Avadhani" userId="0ea2f4f3cf1f76bf" providerId="LiveId" clId="{8D972CEA-C3BC-48FD-983D-E087D6D9D3D1}" dt="2026-09-08T17:46:33.972" v="191" actId="403"/>
          <ac:spMkLst>
            <pc:docMk/>
            <pc:sldMk cId="3863610428" sldId="342"/>
            <ac:spMk id="2" creationId="{EF027520-AE82-BBAC-7C5C-8AE0F87BC88A}"/>
          </ac:spMkLst>
        </pc:spChg>
        <pc:spChg chg="del mod">
          <ac:chgData name="Navyashree Avadhani" userId="0ea2f4f3cf1f76bf" providerId="LiveId" clId="{8D972CEA-C3BC-48FD-983D-E087D6D9D3D1}" dt="2026-09-08T17:16:27.363" v="175"/>
          <ac:spMkLst>
            <pc:docMk/>
            <pc:sldMk cId="3863610428" sldId="342"/>
            <ac:spMk id="3" creationId="{5F0B37E4-66B1-8633-7266-68B321742757}"/>
          </ac:spMkLst>
        </pc:spChg>
      </pc:sldChg>
      <pc:sldChg chg="addSp modSp mod">
        <pc:chgData name="Navyashree Avadhani" userId="0ea2f4f3cf1f76bf" providerId="LiveId" clId="{8D972CEA-C3BC-48FD-983D-E087D6D9D3D1}" dt="2026-09-08T17:17:37.392" v="179" actId="1076"/>
        <pc:sldMkLst>
          <pc:docMk/>
          <pc:sldMk cId="3962802212" sldId="343"/>
        </pc:sldMkLst>
        <pc:picChg chg="add mod">
          <ac:chgData name="Navyashree Avadhani" userId="0ea2f4f3cf1f76bf" providerId="LiveId" clId="{8D972CEA-C3BC-48FD-983D-E087D6D9D3D1}" dt="2026-09-08T17:17:37.392" v="179" actId="1076"/>
          <ac:picMkLst>
            <pc:docMk/>
            <pc:sldMk cId="3962802212" sldId="343"/>
            <ac:picMk id="3" creationId="{72F97259-99AD-C07E-81FD-11EC87F947EF}"/>
          </ac:picMkLst>
        </pc:picChg>
      </pc:sldChg>
      <pc:sldChg chg="addSp delSp modSp mod delAnim">
        <pc:chgData name="Navyashree Avadhani" userId="0ea2f4f3cf1f76bf" providerId="LiveId" clId="{8D972CEA-C3BC-48FD-983D-E087D6D9D3D1}" dt="2026-09-08T15:13:03.918" v="108" actId="1076"/>
        <pc:sldMkLst>
          <pc:docMk/>
          <pc:sldMk cId="1698901770" sldId="344"/>
        </pc:sldMkLst>
        <pc:spChg chg="add del mod">
          <ac:chgData name="Navyashree Avadhani" userId="0ea2f4f3cf1f76bf" providerId="LiveId" clId="{8D972CEA-C3BC-48FD-983D-E087D6D9D3D1}" dt="2026-09-08T15:05:58.801" v="63" actId="478"/>
          <ac:spMkLst>
            <pc:docMk/>
            <pc:sldMk cId="1698901770" sldId="344"/>
            <ac:spMk id="3" creationId="{71D7AC7A-D226-241A-94ED-8522F295C135}"/>
          </ac:spMkLst>
        </pc:spChg>
        <pc:spChg chg="mod">
          <ac:chgData name="Navyashree Avadhani" userId="0ea2f4f3cf1f76bf" providerId="LiveId" clId="{8D972CEA-C3BC-48FD-983D-E087D6D9D3D1}" dt="2026-09-08T15:13:00.614" v="107" actId="1076"/>
          <ac:spMkLst>
            <pc:docMk/>
            <pc:sldMk cId="1698901770" sldId="344"/>
            <ac:spMk id="4" creationId="{DFCD5524-F764-DC63-6F54-D48057CF17B7}"/>
          </ac:spMkLst>
        </pc:spChg>
        <pc:spChg chg="del">
          <ac:chgData name="Navyashree Avadhani" userId="0ea2f4f3cf1f76bf" providerId="LiveId" clId="{8D972CEA-C3BC-48FD-983D-E087D6D9D3D1}" dt="2026-09-08T15:08:28.670" v="64" actId="478"/>
          <ac:spMkLst>
            <pc:docMk/>
            <pc:sldMk cId="1698901770" sldId="344"/>
            <ac:spMk id="7" creationId="{4B1E3463-DEAD-53DD-2AC0-E8A458421D0B}"/>
          </ac:spMkLst>
        </pc:spChg>
        <pc:spChg chg="del">
          <ac:chgData name="Navyashree Avadhani" userId="0ea2f4f3cf1f76bf" providerId="LiveId" clId="{8D972CEA-C3BC-48FD-983D-E087D6D9D3D1}" dt="2026-09-08T15:12:30.781" v="101" actId="478"/>
          <ac:spMkLst>
            <pc:docMk/>
            <pc:sldMk cId="1698901770" sldId="344"/>
            <ac:spMk id="8" creationId="{B713140B-3822-90E0-F216-B77A695B86B5}"/>
          </ac:spMkLst>
        </pc:spChg>
        <pc:spChg chg="del">
          <ac:chgData name="Navyashree Avadhani" userId="0ea2f4f3cf1f76bf" providerId="LiveId" clId="{8D972CEA-C3BC-48FD-983D-E087D6D9D3D1}" dt="2026-09-08T15:05:55.771" v="62" actId="478"/>
          <ac:spMkLst>
            <pc:docMk/>
            <pc:sldMk cId="1698901770" sldId="344"/>
            <ac:spMk id="10" creationId="{B6E3B1C7-6A8B-23EE-6251-DC1067C6ADE9}"/>
          </ac:spMkLst>
        </pc:spChg>
        <pc:spChg chg="add mod">
          <ac:chgData name="Navyashree Avadhani" userId="0ea2f4f3cf1f76bf" providerId="LiveId" clId="{8D972CEA-C3BC-48FD-983D-E087D6D9D3D1}" dt="2026-09-08T15:13:03.918" v="108" actId="1076"/>
          <ac:spMkLst>
            <pc:docMk/>
            <pc:sldMk cId="1698901770" sldId="344"/>
            <ac:spMk id="11" creationId="{137EC1EC-A28C-54C3-AE3A-DE7025178784}"/>
          </ac:spMkLst>
        </pc:spChg>
        <pc:spChg chg="add del mod">
          <ac:chgData name="Navyashree Avadhani" userId="0ea2f4f3cf1f76bf" providerId="LiveId" clId="{8D972CEA-C3BC-48FD-983D-E087D6D9D3D1}" dt="2026-09-08T15:11:37.651" v="89"/>
          <ac:spMkLst>
            <pc:docMk/>
            <pc:sldMk cId="1698901770" sldId="344"/>
            <ac:spMk id="12" creationId="{8B5BA708-02BC-101C-AE9F-E5DAF035152F}"/>
          </ac:spMkLst>
        </pc:spChg>
        <pc:spChg chg="add mod">
          <ac:chgData name="Navyashree Avadhani" userId="0ea2f4f3cf1f76bf" providerId="LiveId" clId="{8D972CEA-C3BC-48FD-983D-E087D6D9D3D1}" dt="2026-09-08T15:12:52.083" v="106" actId="1076"/>
          <ac:spMkLst>
            <pc:docMk/>
            <pc:sldMk cId="1698901770" sldId="344"/>
            <ac:spMk id="13" creationId="{B380A4E0-BB5E-89D6-DDAC-9E90491BB9F4}"/>
          </ac:spMkLst>
        </pc:spChg>
        <pc:picChg chg="add mod">
          <ac:chgData name="Navyashree Avadhani" userId="0ea2f4f3cf1f76bf" providerId="LiveId" clId="{8D972CEA-C3BC-48FD-983D-E087D6D9D3D1}" dt="2026-09-08T15:12:05.339" v="95" actId="1076"/>
          <ac:picMkLst>
            <pc:docMk/>
            <pc:sldMk cId="1698901770" sldId="344"/>
            <ac:picMk id="6" creationId="{227AA65F-4326-639E-F5C1-8595BC09E63C}"/>
          </ac:picMkLst>
        </pc:picChg>
        <pc:picChg chg="add mod">
          <ac:chgData name="Navyashree Avadhani" userId="0ea2f4f3cf1f76bf" providerId="LiveId" clId="{8D972CEA-C3BC-48FD-983D-E087D6D9D3D1}" dt="2026-09-08T15:12:01.278" v="94" actId="1076"/>
          <ac:picMkLst>
            <pc:docMk/>
            <pc:sldMk cId="1698901770" sldId="344"/>
            <ac:picMk id="9" creationId="{B029973C-1307-31CB-57B4-4CC77D460F3F}"/>
          </ac:picMkLst>
        </pc:picChg>
      </pc:sldChg>
      <pc:sldChg chg="addSp delSp modSp mod delAnim">
        <pc:chgData name="Navyashree Avadhani" userId="0ea2f4f3cf1f76bf" providerId="LiveId" clId="{8D972CEA-C3BC-48FD-983D-E087D6D9D3D1}" dt="2026-09-08T15:18:16.439" v="128" actId="14100"/>
        <pc:sldMkLst>
          <pc:docMk/>
          <pc:sldMk cId="1903979828" sldId="345"/>
        </pc:sldMkLst>
        <pc:spChg chg="add del mod">
          <ac:chgData name="Navyashree Avadhani" userId="0ea2f4f3cf1f76bf" providerId="LiveId" clId="{8D972CEA-C3BC-48FD-983D-E087D6D9D3D1}" dt="2026-09-08T15:13:18.737" v="110" actId="478"/>
          <ac:spMkLst>
            <pc:docMk/>
            <pc:sldMk cId="1903979828" sldId="345"/>
            <ac:spMk id="3" creationId="{3591FFA8-E122-D4C0-28A1-B4AD087F3145}"/>
          </ac:spMkLst>
        </pc:spChg>
        <pc:spChg chg="add mod">
          <ac:chgData name="Navyashree Avadhani" userId="0ea2f4f3cf1f76bf" providerId="LiveId" clId="{8D972CEA-C3BC-48FD-983D-E087D6D9D3D1}" dt="2026-09-08T15:17:53.556" v="124" actId="404"/>
          <ac:spMkLst>
            <pc:docMk/>
            <pc:sldMk cId="1903979828" sldId="345"/>
            <ac:spMk id="9" creationId="{EDF93CE4-FF90-AD26-D0B1-02BC0B0A3E9E}"/>
          </ac:spMkLst>
        </pc:spChg>
        <pc:spChg chg="del">
          <ac:chgData name="Navyashree Avadhani" userId="0ea2f4f3cf1f76bf" providerId="LiveId" clId="{8D972CEA-C3BC-48FD-983D-E087D6D9D3D1}" dt="2026-09-08T15:13:15.297" v="109" actId="478"/>
          <ac:spMkLst>
            <pc:docMk/>
            <pc:sldMk cId="1903979828" sldId="345"/>
            <ac:spMk id="10" creationId="{2B7B89A1-9444-8322-CADC-42D31D698FA8}"/>
          </ac:spMkLst>
        </pc:spChg>
        <pc:spChg chg="add mod">
          <ac:chgData name="Navyashree Avadhani" userId="0ea2f4f3cf1f76bf" providerId="LiveId" clId="{8D972CEA-C3BC-48FD-983D-E087D6D9D3D1}" dt="2026-09-08T15:18:16.439" v="128" actId="14100"/>
          <ac:spMkLst>
            <pc:docMk/>
            <pc:sldMk cId="1903979828" sldId="345"/>
            <ac:spMk id="11" creationId="{786FADEC-C712-5026-9EC3-559682A77A42}"/>
          </ac:spMkLst>
        </pc:spChg>
        <pc:picChg chg="add mod">
          <ac:chgData name="Navyashree Avadhani" userId="0ea2f4f3cf1f76bf" providerId="LiveId" clId="{8D972CEA-C3BC-48FD-983D-E087D6D9D3D1}" dt="2026-09-08T15:16:46.443" v="114" actId="1076"/>
          <ac:picMkLst>
            <pc:docMk/>
            <pc:sldMk cId="1903979828" sldId="345"/>
            <ac:picMk id="6" creationId="{4E4F1306-12A1-61F1-AE33-A0CADFB3EE67}"/>
          </ac:picMkLst>
        </pc:picChg>
      </pc:sldChg>
      <pc:sldChg chg="addSp delSp modSp mod delAnim">
        <pc:chgData name="Navyashree Avadhani" userId="0ea2f4f3cf1f76bf" providerId="LiveId" clId="{8D972CEA-C3BC-48FD-983D-E087D6D9D3D1}" dt="2026-09-08T15:22:44.533" v="164" actId="1076"/>
        <pc:sldMkLst>
          <pc:docMk/>
          <pc:sldMk cId="1421522261" sldId="346"/>
        </pc:sldMkLst>
        <pc:spChg chg="add del mod">
          <ac:chgData name="Navyashree Avadhani" userId="0ea2f4f3cf1f76bf" providerId="LiveId" clId="{8D972CEA-C3BC-48FD-983D-E087D6D9D3D1}" dt="2026-09-08T15:18:30.891" v="130" actId="478"/>
          <ac:spMkLst>
            <pc:docMk/>
            <pc:sldMk cId="1421522261" sldId="346"/>
            <ac:spMk id="3" creationId="{EBA8D176-DF7A-81A0-2D1C-785779E22F4E}"/>
          </ac:spMkLst>
        </pc:spChg>
        <pc:spChg chg="add del mod">
          <ac:chgData name="Navyashree Avadhani" userId="0ea2f4f3cf1f76bf" providerId="LiveId" clId="{8D972CEA-C3BC-48FD-983D-E087D6D9D3D1}" dt="2026-09-08T15:18:38.433" v="134"/>
          <ac:spMkLst>
            <pc:docMk/>
            <pc:sldMk cId="1421522261" sldId="346"/>
            <ac:spMk id="6" creationId="{8F022596-64CC-8DC8-6145-518BC15A2CA2}"/>
          </ac:spMkLst>
        </pc:spChg>
        <pc:spChg chg="del">
          <ac:chgData name="Navyashree Avadhani" userId="0ea2f4f3cf1f76bf" providerId="LiveId" clId="{8D972CEA-C3BC-48FD-983D-E087D6D9D3D1}" dt="2026-09-08T15:18:33.175" v="131" actId="478"/>
          <ac:spMkLst>
            <pc:docMk/>
            <pc:sldMk cId="1421522261" sldId="346"/>
            <ac:spMk id="8" creationId="{1EED58A7-2CD5-1355-8D1D-DD62A1ED8CB5}"/>
          </ac:spMkLst>
        </pc:spChg>
        <pc:spChg chg="del">
          <ac:chgData name="Navyashree Avadhani" userId="0ea2f4f3cf1f76bf" providerId="LiveId" clId="{8D972CEA-C3BC-48FD-983D-E087D6D9D3D1}" dt="2026-09-08T15:18:27.945" v="129" actId="478"/>
          <ac:spMkLst>
            <pc:docMk/>
            <pc:sldMk cId="1421522261" sldId="346"/>
            <ac:spMk id="10" creationId="{F85C769B-425A-FE3B-E47A-3B747985DC52}"/>
          </ac:spMkLst>
        </pc:spChg>
        <pc:spChg chg="add mod">
          <ac:chgData name="Navyashree Avadhani" userId="0ea2f4f3cf1f76bf" providerId="LiveId" clId="{8D972CEA-C3BC-48FD-983D-E087D6D9D3D1}" dt="2026-09-08T15:22:18.853" v="158" actId="1076"/>
          <ac:spMkLst>
            <pc:docMk/>
            <pc:sldMk cId="1421522261" sldId="346"/>
            <ac:spMk id="11" creationId="{5D6513A3-AD35-F536-DA1E-843B6E41857F}"/>
          </ac:spMkLst>
        </pc:spChg>
        <pc:spChg chg="add mod">
          <ac:chgData name="Navyashree Avadhani" userId="0ea2f4f3cf1f76bf" providerId="LiveId" clId="{8D972CEA-C3BC-48FD-983D-E087D6D9D3D1}" dt="2026-09-08T15:22:21.758" v="159" actId="1076"/>
          <ac:spMkLst>
            <pc:docMk/>
            <pc:sldMk cId="1421522261" sldId="346"/>
            <ac:spMk id="12" creationId="{D54290EA-13C4-FC28-46D7-AA0C479A34B2}"/>
          </ac:spMkLst>
        </pc:spChg>
        <pc:spChg chg="add mod">
          <ac:chgData name="Navyashree Avadhani" userId="0ea2f4f3cf1f76bf" providerId="LiveId" clId="{8D972CEA-C3BC-48FD-983D-E087D6D9D3D1}" dt="2026-09-08T15:22:44.533" v="164" actId="1076"/>
          <ac:spMkLst>
            <pc:docMk/>
            <pc:sldMk cId="1421522261" sldId="346"/>
            <ac:spMk id="13" creationId="{4BDBAA39-F44E-4C7B-D9E8-FF2D429F1572}"/>
          </ac:spMkLst>
        </pc:spChg>
        <pc:picChg chg="add mod">
          <ac:chgData name="Navyashree Avadhani" userId="0ea2f4f3cf1f76bf" providerId="LiveId" clId="{8D972CEA-C3BC-48FD-983D-E087D6D9D3D1}" dt="2026-09-08T15:20:00.963" v="138" actId="1076"/>
          <ac:picMkLst>
            <pc:docMk/>
            <pc:sldMk cId="1421522261" sldId="346"/>
            <ac:picMk id="9" creationId="{9222216C-FC76-D8C2-A125-6E4A4225A8C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480685"/>
            <a:ext cx="7107036" cy="861497"/>
          </a:xfrm>
        </p:spPr>
        <p:txBody>
          <a:bodyPr vert="horz" lIns="91440" tIns="45720" rIns="91440" bIns="45720" rtlCol="0" anchor="t">
            <a:normAutofit/>
          </a:bodyPr>
          <a:lstStyle/>
          <a:p>
            <a:r>
              <a:rPr lang="en-US" b="0" dirty="0">
                <a:solidFill>
                  <a:schemeClr val="tx1"/>
                </a:solidFill>
              </a:rPr>
              <a:t>Student Name- Navyashree Avadhani </a:t>
            </a:r>
            <a:endParaRPr lang="en-IN" b="0" dirty="0">
              <a:solidFill>
                <a:schemeClr val="tx1"/>
              </a:solidFill>
            </a:endParaRPr>
          </a:p>
          <a:p>
            <a:r>
              <a:rPr lang="en-US" b="0" dirty="0">
                <a:solidFill>
                  <a:schemeClr val="tx1"/>
                </a:solidFill>
              </a:rPr>
              <a:t>College Name- RNS Institute Of Technology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10061523" cy="743448"/>
          </a:xfrm>
        </p:spPr>
        <p:txBody>
          <a:bodyPr>
            <a:normAutofit fontScale="90000"/>
          </a:bodyPr>
          <a:lstStyle/>
          <a:p>
            <a:r>
              <a:rPr lang="en-GB" sz="3200" dirty="0"/>
              <a:t>Project Title -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538244"/>
            <a:ext cx="3597341" cy="646331"/>
          </a:xfrm>
          <a:prstGeom prst="rect">
            <a:avLst/>
          </a:prstGeom>
          <a:noFill/>
        </p:spPr>
        <p:txBody>
          <a:bodyPr wrap="square" rtlCol="0">
            <a:spAutoFit/>
          </a:bodyPr>
          <a:lstStyle/>
          <a:p>
            <a:r>
              <a:rPr lang="en-US" b="1" dirty="0"/>
              <a:t>AICTE STU ID : </a:t>
            </a:r>
            <a:r>
              <a:rPr lang="en-IN" dirty="0"/>
              <a:t>STU6a6a1797ac22e1785337751</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4"/>
            <a:ext cx="6276109" cy="713036"/>
          </a:xfrm>
        </p:spPr>
        <p:txBody>
          <a:bodyPr>
            <a:noAutofit/>
          </a:bodyPr>
          <a:lstStyle/>
          <a:p>
            <a:r>
              <a:rPr lang="en-GB" sz="2800" dirty="0"/>
              <a:t>Project Description</a:t>
            </a:r>
            <a:br>
              <a:rPr lang="en-GB" sz="1400" dirty="0"/>
            </a:br>
            <a:endParaRPr lang="en-IN" sz="14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ECF99A04-E6EB-0F02-8AF6-AFCD548208F9}"/>
              </a:ext>
            </a:extLst>
          </p:cNvPr>
          <p:cNvSpPr txBox="1"/>
          <p:nvPr/>
        </p:nvSpPr>
        <p:spPr>
          <a:xfrm>
            <a:off x="467359" y="1388852"/>
            <a:ext cx="10695222" cy="5078313"/>
          </a:xfrm>
          <a:prstGeom prst="rect">
            <a:avLst/>
          </a:prstGeom>
          <a:noFill/>
        </p:spPr>
        <p:txBody>
          <a:bodyPr wrap="square" rtlCol="0">
            <a:spAutoFit/>
          </a:bodyPr>
          <a:lstStyle/>
          <a:p>
            <a:pPr marL="285750" indent="-285750">
              <a:buFont typeface="Arial" panose="020B0604020202020204" pitchFamily="34" charset="0"/>
              <a:buChar char="•"/>
            </a:pPr>
            <a:r>
              <a:rPr lang="en-IN" dirty="0"/>
              <a:t>This project </a:t>
            </a:r>
            <a:r>
              <a:rPr lang="en-IN" dirty="0" err="1"/>
              <a:t>analyzes</a:t>
            </a:r>
            <a:r>
              <a:rPr lang="en-IN" dirty="0"/>
              <a:t> agricultural performance across Kharif, Rabi and Zaid seasons using a dataset of 4,000 farm-level observations. The analysis examines crop yield, production, profitability, resource utilization, environmental conditions, irrigation practices and disease/pest risk to identify meaningful seasonal patterns.</a:t>
            </a:r>
          </a:p>
          <a:p>
            <a:pPr marL="285750" indent="-285750">
              <a:buFont typeface="Arial" panose="020B0604020202020204" pitchFamily="34" charset="0"/>
              <a:buChar char="•"/>
            </a:pPr>
            <a:r>
              <a:rPr lang="en-IN" dirty="0"/>
              <a:t>The data was cleaned by handling missing values using season-based median imputation for environmental variables and production-area relationships for missing yield values. Descriptive statistics, group-wise comparisons, correlation analysis and ANOVA were applied to evaluate seasonal differences and relationships.</a:t>
            </a:r>
          </a:p>
          <a:p>
            <a:pPr marL="285750" indent="-285750">
              <a:buFont typeface="Arial" panose="020B0604020202020204" pitchFamily="34" charset="0"/>
              <a:buChar char="•"/>
            </a:pPr>
            <a:r>
              <a:rPr lang="en-IN" dirty="0"/>
              <a:t>The study further compares crop-season combinations, state-season performance and irrigation methods to identify variations across regions and farming practices. The results indicate that while environmental conditions vary considerably across seasons, season alone does not produce a statistically significant difference in yield. However, profitability differs significantly across seasons, with Kharif showing the strongest overall performance and Zaid showing the weakest profitability.</a:t>
            </a:r>
          </a:p>
          <a:p>
            <a:pPr marL="285750" indent="-285750">
              <a:buFont typeface="Arial" panose="020B0604020202020204" pitchFamily="34" charset="0"/>
              <a:buChar char="•"/>
            </a:pPr>
            <a:r>
              <a:rPr lang="en-IN" dirty="0"/>
              <a:t>The project converts raw agricultural data into practical insights that can support better seasonal crop planning, resource allocation and profitability-focused decision-making.</a:t>
            </a:r>
            <a:br>
              <a:rPr lang="en-IN" dirty="0"/>
            </a:br>
            <a:br>
              <a:rPr lang="en-GB" dirty="0"/>
            </a:b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70000" lnSpcReduction="20000"/>
          </a:bodyPr>
          <a:lstStyle/>
          <a:p>
            <a:pPr lvl="0"/>
            <a:r>
              <a:rPr lang="en-IN" sz="3600" b="1" dirty="0"/>
              <a:t>Farmers</a:t>
            </a:r>
            <a:r>
              <a:rPr lang="en-IN" sz="3600" dirty="0"/>
              <a:t> — seasonal crop and resource planning </a:t>
            </a:r>
          </a:p>
          <a:p>
            <a:pPr lvl="0"/>
            <a:r>
              <a:rPr lang="en-IN" sz="3600" b="1" dirty="0"/>
              <a:t>Agricultural planners</a:t>
            </a:r>
            <a:r>
              <a:rPr lang="en-IN" sz="3600" dirty="0"/>
              <a:t> — regional and seasonal strategy </a:t>
            </a:r>
          </a:p>
          <a:p>
            <a:pPr lvl="0"/>
            <a:r>
              <a:rPr lang="en-IN" sz="3600" b="1" dirty="0"/>
              <a:t>Agribusinesses</a:t>
            </a:r>
            <a:r>
              <a:rPr lang="en-IN" sz="3600" dirty="0"/>
              <a:t> — profitability and crop planning </a:t>
            </a:r>
          </a:p>
          <a:p>
            <a:pPr lvl="0"/>
            <a:r>
              <a:rPr lang="en-IN" sz="3600" b="1" dirty="0"/>
              <a:t>Government agricultural departments</a:t>
            </a:r>
            <a:r>
              <a:rPr lang="en-IN" sz="3600" dirty="0"/>
              <a:t> — policy and resource allocation </a:t>
            </a:r>
          </a:p>
          <a:p>
            <a:pPr lvl="0"/>
            <a:r>
              <a:rPr lang="en-IN" sz="3600" b="1" dirty="0"/>
              <a:t>Agricultural consultants</a:t>
            </a:r>
            <a:r>
              <a:rPr lang="en-IN" sz="3600" dirty="0"/>
              <a:t> — data-driven recommendations </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305018" y="1398054"/>
            <a:ext cx="9027702" cy="5243448"/>
          </a:xfrm>
        </p:spPr>
        <p:txBody>
          <a:bodyPr/>
          <a:lstStyle/>
          <a:p>
            <a:pPr lvl="0"/>
            <a:r>
              <a:rPr lang="en-IN" b="1" dirty="0"/>
              <a:t>Python</a:t>
            </a:r>
            <a:r>
              <a:rPr lang="en-IN" dirty="0"/>
              <a:t> </a:t>
            </a:r>
          </a:p>
          <a:p>
            <a:pPr lvl="0"/>
            <a:r>
              <a:rPr lang="en-IN" b="1" dirty="0"/>
              <a:t>Google </a:t>
            </a:r>
            <a:r>
              <a:rPr lang="en-IN" b="1" dirty="0" err="1"/>
              <a:t>Colab</a:t>
            </a:r>
            <a:r>
              <a:rPr lang="en-IN" b="1" dirty="0"/>
              <a:t> </a:t>
            </a:r>
            <a:endParaRPr lang="en-IN" dirty="0"/>
          </a:p>
          <a:p>
            <a:pPr lvl="0"/>
            <a:r>
              <a:rPr lang="en-IN" b="1" dirty="0"/>
              <a:t>Pandas</a:t>
            </a:r>
            <a:r>
              <a:rPr lang="en-IN" dirty="0"/>
              <a:t> — Data cleaning &amp; analysis </a:t>
            </a:r>
          </a:p>
          <a:p>
            <a:pPr lvl="0"/>
            <a:r>
              <a:rPr lang="en-IN" b="1" dirty="0"/>
              <a:t>NumPy</a:t>
            </a:r>
            <a:r>
              <a:rPr lang="en-IN" dirty="0"/>
              <a:t> — Numerical operations </a:t>
            </a:r>
          </a:p>
          <a:p>
            <a:pPr lvl="0"/>
            <a:r>
              <a:rPr lang="en-IN" b="1" dirty="0"/>
              <a:t>Matplotlib</a:t>
            </a:r>
            <a:r>
              <a:rPr lang="en-IN" dirty="0"/>
              <a:t> — Visualization </a:t>
            </a:r>
          </a:p>
          <a:p>
            <a:pPr lvl="0"/>
            <a:r>
              <a:rPr lang="en-IN" b="1" dirty="0"/>
              <a:t>Seaborn</a:t>
            </a:r>
            <a:r>
              <a:rPr lang="en-IN" dirty="0"/>
              <a:t> — Statistical visualization </a:t>
            </a:r>
          </a:p>
          <a:p>
            <a:pPr lvl="0"/>
            <a:r>
              <a:rPr lang="en-IN" b="1" dirty="0"/>
              <a:t>SciPy</a:t>
            </a:r>
            <a:r>
              <a:rPr lang="en-IN" dirty="0"/>
              <a:t> — ANOVA statistical testing</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064D0B53-CF13-D0E5-BFE2-A25B04FBAF2D}"/>
              </a:ext>
            </a:extLst>
          </p:cNvPr>
          <p:cNvPicPr>
            <a:picLocks noChangeAspect="1"/>
          </p:cNvPicPr>
          <p:nvPr/>
        </p:nvPicPr>
        <p:blipFill>
          <a:blip r:embed="rId3"/>
          <a:stretch>
            <a:fillRect/>
          </a:stretch>
        </p:blipFill>
        <p:spPr>
          <a:xfrm>
            <a:off x="0" y="1201586"/>
            <a:ext cx="7264773" cy="2590933"/>
          </a:xfrm>
          <a:prstGeom prst="rect">
            <a:avLst/>
          </a:prstGeom>
        </p:spPr>
      </p:pic>
      <p:pic>
        <p:nvPicPr>
          <p:cNvPr id="13" name="Picture 12">
            <a:extLst>
              <a:ext uri="{FF2B5EF4-FFF2-40B4-BE49-F238E27FC236}">
                <a16:creationId xmlns:a16="http://schemas.microsoft.com/office/drawing/2014/main" id="{A33A5E06-5A38-6E97-5229-FB7DF137C865}"/>
              </a:ext>
            </a:extLst>
          </p:cNvPr>
          <p:cNvPicPr>
            <a:picLocks noChangeAspect="1"/>
          </p:cNvPicPr>
          <p:nvPr/>
        </p:nvPicPr>
        <p:blipFill>
          <a:blip r:embed="rId4"/>
          <a:stretch>
            <a:fillRect/>
          </a:stretch>
        </p:blipFill>
        <p:spPr>
          <a:xfrm>
            <a:off x="0" y="3958456"/>
            <a:ext cx="7239372" cy="2609984"/>
          </a:xfrm>
          <a:prstGeom prst="rect">
            <a:avLst/>
          </a:prstGeom>
        </p:spPr>
      </p:pic>
      <p:sp>
        <p:nvSpPr>
          <p:cNvPr id="14" name="TextBox 13">
            <a:extLst>
              <a:ext uri="{FF2B5EF4-FFF2-40B4-BE49-F238E27FC236}">
                <a16:creationId xmlns:a16="http://schemas.microsoft.com/office/drawing/2014/main" id="{C7E9687A-1EE8-ECB8-BAB3-B58D43B8B42C}"/>
              </a:ext>
            </a:extLst>
          </p:cNvPr>
          <p:cNvSpPr txBox="1"/>
          <p:nvPr/>
        </p:nvSpPr>
        <p:spPr>
          <a:xfrm>
            <a:off x="7585755" y="1166842"/>
            <a:ext cx="4068532" cy="4524315"/>
          </a:xfrm>
          <a:prstGeom prst="rect">
            <a:avLst/>
          </a:prstGeom>
          <a:noFill/>
        </p:spPr>
        <p:txBody>
          <a:bodyPr wrap="square" rtlCol="0">
            <a:spAutoFit/>
          </a:bodyPr>
          <a:lstStyle/>
          <a:p>
            <a:pPr marL="285750" lvl="0" indent="-285750">
              <a:buFont typeface="Arial" panose="020B0604020202020204" pitchFamily="34" charset="0"/>
              <a:buChar char="•"/>
            </a:pPr>
            <a:r>
              <a:rPr lang="en-IN" b="1" dirty="0"/>
              <a:t>Kharif recorded the highest average yield (5.63 t/ha).</a:t>
            </a:r>
            <a:r>
              <a:rPr lang="en-IN" dirty="0"/>
              <a:t> </a:t>
            </a:r>
          </a:p>
          <a:p>
            <a:pPr marL="285750" lvl="0" indent="-285750">
              <a:buFont typeface="Arial" panose="020B0604020202020204" pitchFamily="34" charset="0"/>
              <a:buChar char="•"/>
            </a:pPr>
            <a:r>
              <a:rPr lang="en-IN" b="1" dirty="0"/>
              <a:t>Kharif generated the highest average profit (₹1.79 lakh).</a:t>
            </a:r>
            <a:r>
              <a:rPr lang="en-IN" dirty="0"/>
              <a:t> </a:t>
            </a:r>
          </a:p>
          <a:p>
            <a:pPr marL="285750" lvl="0" indent="-285750">
              <a:buFont typeface="Arial" panose="020B0604020202020204" pitchFamily="34" charset="0"/>
              <a:buChar char="•"/>
            </a:pPr>
            <a:r>
              <a:rPr lang="en-IN" b="1" dirty="0"/>
              <a:t>Zaid recorded the lowest average yield (4.63 t/ha) and an average loss of ₹0.25 lakh.</a:t>
            </a:r>
            <a:r>
              <a:rPr lang="en-IN" dirty="0"/>
              <a:t> </a:t>
            </a:r>
          </a:p>
          <a:p>
            <a:pPr marL="285750" lvl="0" indent="-285750">
              <a:buFont typeface="Arial" panose="020B0604020202020204" pitchFamily="34" charset="0"/>
              <a:buChar char="•"/>
            </a:pPr>
            <a:r>
              <a:rPr lang="en-IN" dirty="0"/>
              <a:t>Kharif also had the highest average water efficiency (</a:t>
            </a:r>
            <a:r>
              <a:rPr lang="en-IN" b="1" dirty="0"/>
              <a:t>5.89 t/1,000 m³</a:t>
            </a:r>
            <a:r>
              <a:rPr lang="en-IN" dirty="0"/>
              <a:t>). </a:t>
            </a:r>
          </a:p>
          <a:p>
            <a:r>
              <a:rPr lang="en-IN" b="1" dirty="0"/>
              <a:t>Takeaway:</a:t>
            </a:r>
          </a:p>
          <a:p>
            <a:r>
              <a:rPr lang="en-IN" b="1" dirty="0"/>
              <a:t>Kharif shows the strongest overall seasonal performance, while Zaid requires greater profitability scrutiny.</a:t>
            </a:r>
            <a:endParaRPr lang="en-IN" dirty="0"/>
          </a:p>
          <a:p>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352466" y="19304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71A67254-412B-5AF5-61C8-DA15E61FE952}"/>
              </a:ext>
            </a:extLst>
          </p:cNvPr>
          <p:cNvPicPr>
            <a:picLocks noChangeAspect="1"/>
          </p:cNvPicPr>
          <p:nvPr/>
        </p:nvPicPr>
        <p:blipFill>
          <a:blip r:embed="rId3"/>
          <a:stretch>
            <a:fillRect/>
          </a:stretch>
        </p:blipFill>
        <p:spPr>
          <a:xfrm>
            <a:off x="5304167" y="129117"/>
            <a:ext cx="6298361" cy="3126525"/>
          </a:xfrm>
          <a:prstGeom prst="rect">
            <a:avLst/>
          </a:prstGeom>
        </p:spPr>
      </p:pic>
      <p:pic>
        <p:nvPicPr>
          <p:cNvPr id="9" name="Picture 8">
            <a:extLst>
              <a:ext uri="{FF2B5EF4-FFF2-40B4-BE49-F238E27FC236}">
                <a16:creationId xmlns:a16="http://schemas.microsoft.com/office/drawing/2014/main" id="{83C62385-598F-3CB6-3587-85FD1B6B3BED}"/>
              </a:ext>
            </a:extLst>
          </p:cNvPr>
          <p:cNvPicPr>
            <a:picLocks noChangeAspect="1"/>
          </p:cNvPicPr>
          <p:nvPr/>
        </p:nvPicPr>
        <p:blipFill>
          <a:blip r:embed="rId4"/>
          <a:stretch>
            <a:fillRect/>
          </a:stretch>
        </p:blipFill>
        <p:spPr>
          <a:xfrm>
            <a:off x="5034863" y="3233062"/>
            <a:ext cx="6607484" cy="3282336"/>
          </a:xfrm>
          <a:prstGeom prst="rect">
            <a:avLst/>
          </a:prstGeom>
        </p:spPr>
      </p:pic>
      <p:sp>
        <p:nvSpPr>
          <p:cNvPr id="11" name="TextBox 10">
            <a:extLst>
              <a:ext uri="{FF2B5EF4-FFF2-40B4-BE49-F238E27FC236}">
                <a16:creationId xmlns:a16="http://schemas.microsoft.com/office/drawing/2014/main" id="{A9981AEE-2E39-DC46-1275-C895435F3463}"/>
              </a:ext>
            </a:extLst>
          </p:cNvPr>
          <p:cNvSpPr txBox="1"/>
          <p:nvPr/>
        </p:nvSpPr>
        <p:spPr>
          <a:xfrm>
            <a:off x="146999" y="1058314"/>
            <a:ext cx="4848045" cy="4524315"/>
          </a:xfrm>
          <a:prstGeom prst="rect">
            <a:avLst/>
          </a:prstGeom>
          <a:noFill/>
        </p:spPr>
        <p:txBody>
          <a:bodyPr wrap="square" rtlCol="0">
            <a:spAutoFit/>
          </a:bodyPr>
          <a:lstStyle/>
          <a:p>
            <a:pPr marL="285750" lvl="0" indent="-285750">
              <a:buFont typeface="Arial" panose="020B0604020202020204" pitchFamily="34" charset="0"/>
              <a:buChar char="•"/>
            </a:pPr>
            <a:r>
              <a:rPr lang="en-IN" b="1" dirty="0"/>
              <a:t>Sugarcane recorded exceptionally high yield</a:t>
            </a:r>
            <a:r>
              <a:rPr lang="en-IN" dirty="0"/>
              <a:t> compared with all other crops. </a:t>
            </a:r>
          </a:p>
          <a:p>
            <a:pPr marL="285750" lvl="0" indent="-285750">
              <a:buFont typeface="Arial" panose="020B0604020202020204" pitchFamily="34" charset="0"/>
              <a:buChar char="•"/>
            </a:pPr>
            <a:r>
              <a:rPr lang="en-IN" dirty="0"/>
              <a:t>Sugarcane averaged </a:t>
            </a:r>
            <a:r>
              <a:rPr lang="en-IN" b="1" dirty="0"/>
              <a:t>46.94 tonnes/ha</a:t>
            </a:r>
            <a:r>
              <a:rPr lang="en-IN" dirty="0"/>
              <a:t> across the dataset. </a:t>
            </a:r>
          </a:p>
          <a:p>
            <a:pPr marL="285750" lvl="0" indent="-285750">
              <a:buFont typeface="Arial" panose="020B0604020202020204" pitchFamily="34" charset="0"/>
              <a:buChar char="•"/>
            </a:pPr>
            <a:r>
              <a:rPr lang="en-IN" dirty="0"/>
              <a:t>Maize, Rice and Wheat showed substantially lower average yields. </a:t>
            </a:r>
          </a:p>
          <a:p>
            <a:pPr marL="285750" lvl="0" indent="-285750">
              <a:buFont typeface="Arial" panose="020B0604020202020204" pitchFamily="34" charset="0"/>
              <a:buChar char="•"/>
            </a:pPr>
            <a:r>
              <a:rPr lang="en-IN" dirty="0"/>
              <a:t>Crop performance also varied across seasons. </a:t>
            </a:r>
          </a:p>
          <a:p>
            <a:pPr marL="285750" lvl="0" indent="-285750">
              <a:buFont typeface="Arial" panose="020B0604020202020204" pitchFamily="34" charset="0"/>
              <a:buChar char="•"/>
            </a:pPr>
            <a:r>
              <a:rPr lang="en-IN" dirty="0"/>
              <a:t>Profitability differed considerably between crop-season combinations. </a:t>
            </a:r>
          </a:p>
          <a:p>
            <a:r>
              <a:rPr lang="en-IN" b="1" dirty="0"/>
              <a:t>Takeaway:</a:t>
            </a:r>
            <a:endParaRPr lang="en-IN" dirty="0"/>
          </a:p>
          <a:p>
            <a:r>
              <a:rPr lang="en-IN" dirty="0"/>
              <a:t>Crop choice has a major influence on observed agricultural performance, making crop-season combinations important for planning.</a:t>
            </a:r>
          </a:p>
          <a:p>
            <a:endParaRPr lang="en-IN"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3455733" y="202040"/>
            <a:ext cx="2981643" cy="830997"/>
          </a:xfrm>
        </p:spPr>
        <p:txBody>
          <a:bodyPr>
            <a:normAutofit/>
          </a:bodyPr>
          <a:lstStyle/>
          <a:p>
            <a:r>
              <a:rPr lang="en-GB" dirty="0"/>
              <a:t>RESULTS </a:t>
            </a:r>
            <a:endParaRPr lang="en-IN" dirty="0"/>
          </a:p>
        </p:txBody>
      </p:sp>
      <p:pic>
        <p:nvPicPr>
          <p:cNvPr id="6" name="Picture 5">
            <a:extLst>
              <a:ext uri="{FF2B5EF4-FFF2-40B4-BE49-F238E27FC236}">
                <a16:creationId xmlns:a16="http://schemas.microsoft.com/office/drawing/2014/main" id="{227AA65F-4326-639E-F5C1-8595BC09E63C}"/>
              </a:ext>
            </a:extLst>
          </p:cNvPr>
          <p:cNvPicPr>
            <a:picLocks noChangeAspect="1"/>
          </p:cNvPicPr>
          <p:nvPr/>
        </p:nvPicPr>
        <p:blipFill>
          <a:blip r:embed="rId3"/>
          <a:stretch>
            <a:fillRect/>
          </a:stretch>
        </p:blipFill>
        <p:spPr>
          <a:xfrm>
            <a:off x="6550438" y="2206692"/>
            <a:ext cx="5729871" cy="4651308"/>
          </a:xfrm>
          <a:prstGeom prst="rect">
            <a:avLst/>
          </a:prstGeom>
        </p:spPr>
      </p:pic>
      <p:pic>
        <p:nvPicPr>
          <p:cNvPr id="9" name="Picture 8">
            <a:extLst>
              <a:ext uri="{FF2B5EF4-FFF2-40B4-BE49-F238E27FC236}">
                <a16:creationId xmlns:a16="http://schemas.microsoft.com/office/drawing/2014/main" id="{B029973C-1307-31CB-57B4-4CC77D460F3F}"/>
              </a:ext>
            </a:extLst>
          </p:cNvPr>
          <p:cNvPicPr>
            <a:picLocks noChangeAspect="1"/>
          </p:cNvPicPr>
          <p:nvPr/>
        </p:nvPicPr>
        <p:blipFill>
          <a:blip r:embed="rId4"/>
          <a:stretch>
            <a:fillRect/>
          </a:stretch>
        </p:blipFill>
        <p:spPr>
          <a:xfrm>
            <a:off x="78582" y="2154446"/>
            <a:ext cx="5572819" cy="4703554"/>
          </a:xfrm>
          <a:prstGeom prst="rect">
            <a:avLst/>
          </a:prstGeom>
        </p:spPr>
      </p:pic>
      <p:sp>
        <p:nvSpPr>
          <p:cNvPr id="11" name="TextBox 10">
            <a:extLst>
              <a:ext uri="{FF2B5EF4-FFF2-40B4-BE49-F238E27FC236}">
                <a16:creationId xmlns:a16="http://schemas.microsoft.com/office/drawing/2014/main" id="{137EC1EC-A28C-54C3-AE3A-DE7025178784}"/>
              </a:ext>
            </a:extLst>
          </p:cNvPr>
          <p:cNvSpPr txBox="1"/>
          <p:nvPr/>
        </p:nvSpPr>
        <p:spPr>
          <a:xfrm>
            <a:off x="78582" y="584786"/>
            <a:ext cx="3446657" cy="1569660"/>
          </a:xfrm>
          <a:prstGeom prst="rect">
            <a:avLst/>
          </a:prstGeom>
          <a:noFill/>
        </p:spPr>
        <p:txBody>
          <a:bodyPr wrap="square" rtlCol="0">
            <a:spAutoFit/>
          </a:bodyPr>
          <a:lstStyle/>
          <a:p>
            <a:r>
              <a:rPr lang="en-IN" sz="1600" b="1" dirty="0"/>
              <a:t>Environmental findings:</a:t>
            </a:r>
          </a:p>
          <a:p>
            <a:pPr lvl="0"/>
            <a:r>
              <a:rPr lang="en-IN" sz="1600" dirty="0"/>
              <a:t>Rainfall–Yield correlation: </a:t>
            </a:r>
            <a:r>
              <a:rPr lang="en-IN" sz="1600" b="1" dirty="0"/>
              <a:t>0.027</a:t>
            </a:r>
            <a:r>
              <a:rPr lang="en-IN" sz="1600" dirty="0"/>
              <a:t> </a:t>
            </a:r>
          </a:p>
          <a:p>
            <a:pPr lvl="0"/>
            <a:r>
              <a:rPr lang="en-IN" sz="1600" dirty="0"/>
              <a:t>Temperature–Yield: </a:t>
            </a:r>
            <a:r>
              <a:rPr lang="en-IN" sz="1600" b="1" dirty="0"/>
              <a:t>0.009</a:t>
            </a:r>
            <a:r>
              <a:rPr lang="en-IN" sz="1600" dirty="0"/>
              <a:t> </a:t>
            </a:r>
          </a:p>
          <a:p>
            <a:pPr lvl="0"/>
            <a:r>
              <a:rPr lang="en-IN" sz="1600" dirty="0"/>
              <a:t>Humidity–Yield: </a:t>
            </a:r>
            <a:r>
              <a:rPr lang="en-IN" sz="1600" b="1" dirty="0"/>
              <a:t>0.011</a:t>
            </a:r>
            <a:r>
              <a:rPr lang="en-IN" sz="1600" dirty="0"/>
              <a:t> </a:t>
            </a:r>
          </a:p>
          <a:p>
            <a:pPr lvl="0"/>
            <a:r>
              <a:rPr lang="en-IN" sz="1600" dirty="0"/>
              <a:t>Soil Moisture–Yield: </a:t>
            </a:r>
            <a:r>
              <a:rPr lang="en-IN" sz="1600" b="1" dirty="0"/>
              <a:t>0.010</a:t>
            </a:r>
            <a:r>
              <a:rPr lang="en-IN" sz="1600" dirty="0"/>
              <a:t> </a:t>
            </a:r>
          </a:p>
          <a:p>
            <a:pPr lvl="0"/>
            <a:r>
              <a:rPr lang="en-IN" sz="1600" dirty="0"/>
              <a:t>Sunlight–Yield: </a:t>
            </a:r>
            <a:r>
              <a:rPr lang="en-IN" sz="1600" b="1" dirty="0"/>
              <a:t>−0.016</a:t>
            </a:r>
            <a:r>
              <a:rPr lang="en-IN" sz="1600" dirty="0"/>
              <a:t> </a:t>
            </a:r>
          </a:p>
        </p:txBody>
      </p:sp>
      <p:sp>
        <p:nvSpPr>
          <p:cNvPr id="13" name="TextBox 12">
            <a:extLst>
              <a:ext uri="{FF2B5EF4-FFF2-40B4-BE49-F238E27FC236}">
                <a16:creationId xmlns:a16="http://schemas.microsoft.com/office/drawing/2014/main" id="{B380A4E0-BB5E-89D6-DDAC-9E90491BB9F4}"/>
              </a:ext>
            </a:extLst>
          </p:cNvPr>
          <p:cNvSpPr txBox="1"/>
          <p:nvPr/>
        </p:nvSpPr>
        <p:spPr>
          <a:xfrm>
            <a:off x="7151299" y="280960"/>
            <a:ext cx="4786320" cy="2031325"/>
          </a:xfrm>
          <a:prstGeom prst="rect">
            <a:avLst/>
          </a:prstGeom>
          <a:noFill/>
        </p:spPr>
        <p:txBody>
          <a:bodyPr wrap="square" rtlCol="0">
            <a:spAutoFit/>
          </a:bodyPr>
          <a:lstStyle/>
          <a:p>
            <a:r>
              <a:rPr lang="en-IN" b="1" dirty="0"/>
              <a:t>Takeaway:</a:t>
            </a:r>
          </a:p>
          <a:p>
            <a:r>
              <a:rPr lang="en-IN" b="1" dirty="0"/>
              <a:t>Environmental conditions vary across seasons, but their individual linear relationships with yield are weak. Resource-use patterns provide additional insight into agricultural performance.</a:t>
            </a:r>
            <a:endParaRPr lang="en-IN" dirty="0"/>
          </a:p>
          <a:p>
            <a:endParaRPr lang="en-IN"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4E4F1306-12A1-61F1-AE33-A0CADFB3EE67}"/>
              </a:ext>
            </a:extLst>
          </p:cNvPr>
          <p:cNvPicPr>
            <a:picLocks noChangeAspect="1"/>
          </p:cNvPicPr>
          <p:nvPr/>
        </p:nvPicPr>
        <p:blipFill>
          <a:blip r:embed="rId3"/>
          <a:stretch>
            <a:fillRect/>
          </a:stretch>
        </p:blipFill>
        <p:spPr>
          <a:xfrm>
            <a:off x="5148898" y="60385"/>
            <a:ext cx="7118041" cy="4246354"/>
          </a:xfrm>
          <a:prstGeom prst="rect">
            <a:avLst/>
          </a:prstGeom>
        </p:spPr>
      </p:pic>
      <p:sp>
        <p:nvSpPr>
          <p:cNvPr id="9" name="TextBox 8">
            <a:extLst>
              <a:ext uri="{FF2B5EF4-FFF2-40B4-BE49-F238E27FC236}">
                <a16:creationId xmlns:a16="http://schemas.microsoft.com/office/drawing/2014/main" id="{EDF93CE4-FF90-AD26-D0B1-02BC0B0A3E9E}"/>
              </a:ext>
            </a:extLst>
          </p:cNvPr>
          <p:cNvSpPr txBox="1"/>
          <p:nvPr/>
        </p:nvSpPr>
        <p:spPr>
          <a:xfrm>
            <a:off x="0" y="1305147"/>
            <a:ext cx="10929668" cy="5416868"/>
          </a:xfrm>
          <a:prstGeom prst="rect">
            <a:avLst/>
          </a:prstGeom>
          <a:noFill/>
        </p:spPr>
        <p:txBody>
          <a:bodyPr wrap="square" rtlCol="0">
            <a:spAutoFit/>
          </a:bodyPr>
          <a:lstStyle/>
          <a:p>
            <a:r>
              <a:rPr lang="en-IN" sz="1600" b="1" dirty="0"/>
              <a:t>Kharif</a:t>
            </a:r>
            <a:endParaRPr lang="en-IN" sz="1600" dirty="0"/>
          </a:p>
          <a:p>
            <a:pPr lvl="0"/>
            <a:r>
              <a:rPr lang="en-IN" sz="1600" dirty="0"/>
              <a:t>Drip: </a:t>
            </a:r>
            <a:r>
              <a:rPr lang="en-IN" sz="1600" b="1" dirty="0"/>
              <a:t>7.26 t/ha</a:t>
            </a:r>
            <a:r>
              <a:rPr lang="en-IN" sz="1600" dirty="0"/>
              <a:t> </a:t>
            </a:r>
          </a:p>
          <a:p>
            <a:pPr lvl="0"/>
            <a:r>
              <a:rPr lang="en-IN" sz="1600" dirty="0"/>
              <a:t>Rainfed: </a:t>
            </a:r>
            <a:r>
              <a:rPr lang="en-IN" sz="1600" b="1" dirty="0"/>
              <a:t>5.70 t/ha</a:t>
            </a:r>
            <a:r>
              <a:rPr lang="en-IN" sz="1600" dirty="0"/>
              <a:t> </a:t>
            </a:r>
          </a:p>
          <a:p>
            <a:pPr lvl="0"/>
            <a:r>
              <a:rPr lang="en-IN" sz="1600" dirty="0"/>
              <a:t>Flood: </a:t>
            </a:r>
            <a:r>
              <a:rPr lang="en-IN" sz="1600" b="1" dirty="0"/>
              <a:t>4.98 t/ha</a:t>
            </a:r>
            <a:r>
              <a:rPr lang="en-IN" sz="1600" dirty="0"/>
              <a:t> </a:t>
            </a:r>
          </a:p>
          <a:p>
            <a:pPr lvl="0"/>
            <a:r>
              <a:rPr lang="en-IN" sz="1600" dirty="0"/>
              <a:t>Sprinkler: </a:t>
            </a:r>
            <a:r>
              <a:rPr lang="en-IN" sz="1600" b="1" dirty="0"/>
              <a:t>4.67 t/ha</a:t>
            </a:r>
            <a:r>
              <a:rPr lang="en-IN" sz="1600" dirty="0"/>
              <a:t> </a:t>
            </a:r>
          </a:p>
          <a:p>
            <a:r>
              <a:rPr lang="en-IN" sz="1600" b="1" dirty="0"/>
              <a:t>Rabi</a:t>
            </a:r>
            <a:endParaRPr lang="en-IN" sz="1600" dirty="0"/>
          </a:p>
          <a:p>
            <a:pPr lvl="0"/>
            <a:r>
              <a:rPr lang="en-IN" sz="1600" dirty="0"/>
              <a:t>Drip: </a:t>
            </a:r>
            <a:r>
              <a:rPr lang="en-IN" sz="1600" b="1" dirty="0"/>
              <a:t>6.35 t/ha</a:t>
            </a:r>
            <a:r>
              <a:rPr lang="en-IN" sz="1600" dirty="0"/>
              <a:t> </a:t>
            </a:r>
          </a:p>
          <a:p>
            <a:pPr lvl="0"/>
            <a:r>
              <a:rPr lang="en-IN" sz="1600" dirty="0"/>
              <a:t>Sprinkler: </a:t>
            </a:r>
            <a:r>
              <a:rPr lang="en-IN" sz="1600" b="1" dirty="0"/>
              <a:t>5.30 t/ha</a:t>
            </a:r>
            <a:r>
              <a:rPr lang="en-IN" sz="1600" dirty="0"/>
              <a:t> </a:t>
            </a:r>
          </a:p>
          <a:p>
            <a:pPr lvl="0"/>
            <a:r>
              <a:rPr lang="en-IN" sz="1600" dirty="0"/>
              <a:t>Flood: </a:t>
            </a:r>
            <a:r>
              <a:rPr lang="en-IN" sz="1600" b="1" dirty="0"/>
              <a:t>5.06 t/ha</a:t>
            </a:r>
            <a:r>
              <a:rPr lang="en-IN" sz="1600" dirty="0"/>
              <a:t> </a:t>
            </a:r>
          </a:p>
          <a:p>
            <a:pPr lvl="0"/>
            <a:r>
              <a:rPr lang="en-IN" sz="1600" dirty="0"/>
              <a:t>Rainfed: </a:t>
            </a:r>
            <a:r>
              <a:rPr lang="en-IN" sz="1600" b="1" dirty="0"/>
              <a:t>3.93 t/ha</a:t>
            </a:r>
            <a:r>
              <a:rPr lang="en-IN" sz="1600" dirty="0"/>
              <a:t> </a:t>
            </a:r>
          </a:p>
          <a:p>
            <a:r>
              <a:rPr lang="en-IN" sz="1600" b="1" dirty="0"/>
              <a:t>Zaid</a:t>
            </a:r>
            <a:endParaRPr lang="en-IN" sz="1600" dirty="0"/>
          </a:p>
          <a:p>
            <a:pPr lvl="0"/>
            <a:r>
              <a:rPr lang="en-IN" sz="1600" dirty="0"/>
              <a:t>Sprinkler: </a:t>
            </a:r>
            <a:r>
              <a:rPr lang="en-IN" sz="1600" b="1" dirty="0"/>
              <a:t>6.13 t/ha</a:t>
            </a:r>
            <a:r>
              <a:rPr lang="en-IN" sz="1600" dirty="0"/>
              <a:t> </a:t>
            </a:r>
          </a:p>
          <a:p>
            <a:pPr lvl="0"/>
            <a:r>
              <a:rPr lang="en-IN" sz="1600" dirty="0"/>
              <a:t>Drip: </a:t>
            </a:r>
            <a:r>
              <a:rPr lang="en-IN" sz="1600" b="1" dirty="0"/>
              <a:t>5.85 t/ha</a:t>
            </a:r>
            <a:r>
              <a:rPr lang="en-IN" sz="1600" dirty="0"/>
              <a:t> </a:t>
            </a:r>
          </a:p>
          <a:p>
            <a:pPr lvl="0"/>
            <a:r>
              <a:rPr lang="en-IN" sz="1600" dirty="0"/>
              <a:t>Flood: </a:t>
            </a:r>
            <a:r>
              <a:rPr lang="en-IN" sz="1600" b="1" dirty="0"/>
              <a:t>3.97 t/ha</a:t>
            </a:r>
            <a:r>
              <a:rPr lang="en-IN" sz="1600" dirty="0"/>
              <a:t> </a:t>
            </a:r>
          </a:p>
          <a:p>
            <a:pPr lvl="0"/>
            <a:r>
              <a:rPr lang="en-IN" sz="1600" dirty="0"/>
              <a:t>Rainfed: </a:t>
            </a:r>
            <a:r>
              <a:rPr lang="en-IN" sz="1600" b="1" dirty="0"/>
              <a:t>3.06 t/ha</a:t>
            </a:r>
            <a:r>
              <a:rPr lang="en-IN" sz="1600" dirty="0"/>
              <a:t> </a:t>
            </a:r>
          </a:p>
          <a:p>
            <a:r>
              <a:rPr lang="en-IN" sz="1600" b="1" dirty="0"/>
              <a:t>Bullets:</a:t>
            </a:r>
          </a:p>
          <a:p>
            <a:pPr lvl="0"/>
            <a:r>
              <a:rPr lang="en-IN" sz="1600" dirty="0"/>
              <a:t>Drip irrigation recorded the highest yield among methods in </a:t>
            </a:r>
            <a:r>
              <a:rPr lang="en-IN" sz="1600" b="1" dirty="0"/>
              <a:t>Kharif and Rabi</a:t>
            </a:r>
            <a:r>
              <a:rPr lang="en-IN" sz="1600" dirty="0"/>
              <a:t>. </a:t>
            </a:r>
          </a:p>
          <a:p>
            <a:pPr lvl="0"/>
            <a:r>
              <a:rPr lang="en-IN" sz="1600" dirty="0"/>
              <a:t>Sprinkler recorded the highest yield in </a:t>
            </a:r>
            <a:r>
              <a:rPr lang="en-IN" sz="1600" b="1" dirty="0"/>
              <a:t>Zaid</a:t>
            </a:r>
            <a:r>
              <a:rPr lang="en-IN" sz="1600" dirty="0"/>
              <a:t>. </a:t>
            </a:r>
          </a:p>
          <a:p>
            <a:pPr lvl="0"/>
            <a:r>
              <a:rPr lang="en-IN" sz="1600" dirty="0"/>
              <a:t>Flood irrigation showed relatively high water consumption. </a:t>
            </a:r>
          </a:p>
          <a:p>
            <a:pPr lvl="0"/>
            <a:r>
              <a:rPr lang="en-IN" sz="1600" dirty="0"/>
              <a:t>Irrigation performance varies by season. </a:t>
            </a:r>
          </a:p>
          <a:p>
            <a:endParaRPr lang="en-IN" sz="1400" dirty="0"/>
          </a:p>
        </p:txBody>
      </p:sp>
      <p:sp>
        <p:nvSpPr>
          <p:cNvPr id="11" name="TextBox 10">
            <a:extLst>
              <a:ext uri="{FF2B5EF4-FFF2-40B4-BE49-F238E27FC236}">
                <a16:creationId xmlns:a16="http://schemas.microsoft.com/office/drawing/2014/main" id="{786FADEC-C712-5026-9EC3-559682A77A42}"/>
              </a:ext>
            </a:extLst>
          </p:cNvPr>
          <p:cNvSpPr txBox="1"/>
          <p:nvPr/>
        </p:nvSpPr>
        <p:spPr>
          <a:xfrm>
            <a:off x="7577259" y="4488918"/>
            <a:ext cx="4327696" cy="1754326"/>
          </a:xfrm>
          <a:prstGeom prst="rect">
            <a:avLst/>
          </a:prstGeom>
          <a:noFill/>
        </p:spPr>
        <p:txBody>
          <a:bodyPr wrap="square" rtlCol="0">
            <a:spAutoFit/>
          </a:bodyPr>
          <a:lstStyle/>
          <a:p>
            <a:r>
              <a:rPr lang="en-IN" b="1" dirty="0"/>
              <a:t>Takeaway:</a:t>
            </a:r>
          </a:p>
          <a:p>
            <a:r>
              <a:rPr lang="en-IN" b="1" dirty="0"/>
              <a:t>Efficient irrigation methods can support stronger performance, but the most effective method varies by season.</a:t>
            </a:r>
            <a:endParaRPr lang="en-IN" dirty="0"/>
          </a:p>
          <a:p>
            <a:endParaRPr lang="en-IN" dirty="0"/>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9222216C-FC76-D8C2-A125-6E4A4225A8CC}"/>
              </a:ext>
            </a:extLst>
          </p:cNvPr>
          <p:cNvPicPr>
            <a:picLocks noChangeAspect="1"/>
          </p:cNvPicPr>
          <p:nvPr/>
        </p:nvPicPr>
        <p:blipFill>
          <a:blip r:embed="rId3"/>
          <a:stretch>
            <a:fillRect/>
          </a:stretch>
        </p:blipFill>
        <p:spPr>
          <a:xfrm>
            <a:off x="0" y="1227971"/>
            <a:ext cx="7574853" cy="4141949"/>
          </a:xfrm>
          <a:prstGeom prst="rect">
            <a:avLst/>
          </a:prstGeom>
        </p:spPr>
      </p:pic>
      <p:sp>
        <p:nvSpPr>
          <p:cNvPr id="11" name="TextBox 10">
            <a:extLst>
              <a:ext uri="{FF2B5EF4-FFF2-40B4-BE49-F238E27FC236}">
                <a16:creationId xmlns:a16="http://schemas.microsoft.com/office/drawing/2014/main" id="{5D6513A3-AD35-F536-DA1E-843B6E41857F}"/>
              </a:ext>
            </a:extLst>
          </p:cNvPr>
          <p:cNvSpPr txBox="1"/>
          <p:nvPr/>
        </p:nvSpPr>
        <p:spPr>
          <a:xfrm>
            <a:off x="7701325" y="191169"/>
            <a:ext cx="3814718" cy="3139321"/>
          </a:xfrm>
          <a:prstGeom prst="rect">
            <a:avLst/>
          </a:prstGeom>
          <a:noFill/>
        </p:spPr>
        <p:txBody>
          <a:bodyPr wrap="square" rtlCol="0">
            <a:spAutoFit/>
          </a:bodyPr>
          <a:lstStyle/>
          <a:p>
            <a:r>
              <a:rPr lang="en-IN" b="1" dirty="0"/>
              <a:t>Key findings:</a:t>
            </a:r>
          </a:p>
          <a:p>
            <a:pPr lvl="0"/>
            <a:r>
              <a:rPr lang="en-IN" b="1" dirty="0"/>
              <a:t>Punjab – Rabi: 8.61 t/ha</a:t>
            </a:r>
            <a:r>
              <a:rPr lang="en-IN" dirty="0"/>
              <a:t> → highest state-season yield. </a:t>
            </a:r>
          </a:p>
          <a:p>
            <a:pPr lvl="0"/>
            <a:r>
              <a:rPr lang="en-IN" b="1" dirty="0"/>
              <a:t>Karnataka – Zaid: 6.62 t/ha</a:t>
            </a:r>
            <a:r>
              <a:rPr lang="en-IN" dirty="0"/>
              <a:t> → strong Zaid performance. </a:t>
            </a:r>
          </a:p>
          <a:p>
            <a:pPr lvl="0"/>
            <a:r>
              <a:rPr lang="en-IN" b="1" dirty="0"/>
              <a:t>Maharashtra – Zaid: 2.26 t/ha</a:t>
            </a:r>
            <a:r>
              <a:rPr lang="en-IN" dirty="0"/>
              <a:t> → lowest state-season yield. </a:t>
            </a:r>
          </a:p>
          <a:p>
            <a:pPr lvl="0"/>
            <a:r>
              <a:rPr lang="en-IN" dirty="0"/>
              <a:t>Seasonal performance varies substantially between states. </a:t>
            </a:r>
          </a:p>
          <a:p>
            <a:pPr lvl="0"/>
            <a:r>
              <a:rPr lang="en-IN" dirty="0"/>
              <a:t>No single season is consistently the best across all states.</a:t>
            </a:r>
          </a:p>
        </p:txBody>
      </p:sp>
      <p:sp>
        <p:nvSpPr>
          <p:cNvPr id="12" name="TextBox 11">
            <a:extLst>
              <a:ext uri="{FF2B5EF4-FFF2-40B4-BE49-F238E27FC236}">
                <a16:creationId xmlns:a16="http://schemas.microsoft.com/office/drawing/2014/main" id="{D54290EA-13C4-FC28-46D7-AA0C479A34B2}"/>
              </a:ext>
            </a:extLst>
          </p:cNvPr>
          <p:cNvSpPr txBox="1"/>
          <p:nvPr/>
        </p:nvSpPr>
        <p:spPr>
          <a:xfrm>
            <a:off x="7824158" y="3429000"/>
            <a:ext cx="2486321" cy="2062103"/>
          </a:xfrm>
          <a:prstGeom prst="rect">
            <a:avLst/>
          </a:prstGeom>
          <a:noFill/>
        </p:spPr>
        <p:txBody>
          <a:bodyPr wrap="square" rtlCol="0">
            <a:spAutoFit/>
          </a:bodyPr>
          <a:lstStyle/>
          <a:p>
            <a:r>
              <a:rPr lang="en-IN" sz="1600" b="1" dirty="0"/>
              <a:t>Yield ANOVA</a:t>
            </a:r>
            <a:endParaRPr lang="en-IN" sz="1600" dirty="0"/>
          </a:p>
          <a:p>
            <a:pPr lvl="0"/>
            <a:r>
              <a:rPr lang="en-IN" sz="1600" dirty="0"/>
              <a:t>F = </a:t>
            </a:r>
            <a:r>
              <a:rPr lang="en-IN" sz="1600" b="1" dirty="0"/>
              <a:t>1.4629</a:t>
            </a:r>
            <a:r>
              <a:rPr lang="en-IN" sz="1600" dirty="0"/>
              <a:t> </a:t>
            </a:r>
          </a:p>
          <a:p>
            <a:pPr lvl="0"/>
            <a:r>
              <a:rPr lang="en-IN" sz="1600" dirty="0"/>
              <a:t>p = </a:t>
            </a:r>
            <a:r>
              <a:rPr lang="en-IN" sz="1600" b="1" dirty="0"/>
              <a:t>0.2317</a:t>
            </a:r>
            <a:r>
              <a:rPr lang="en-IN" sz="1600" dirty="0"/>
              <a:t> </a:t>
            </a:r>
          </a:p>
          <a:p>
            <a:pPr lvl="0"/>
            <a:r>
              <a:rPr lang="en-IN" sz="1600" b="1" dirty="0"/>
              <a:t>Not significant</a:t>
            </a:r>
            <a:r>
              <a:rPr lang="en-IN" sz="1600" dirty="0"/>
              <a:t> </a:t>
            </a:r>
          </a:p>
          <a:p>
            <a:r>
              <a:rPr lang="en-IN" sz="1600" b="1" dirty="0"/>
              <a:t>Profit ANOVA</a:t>
            </a:r>
            <a:endParaRPr lang="en-IN" sz="1600" dirty="0"/>
          </a:p>
          <a:p>
            <a:pPr lvl="0"/>
            <a:r>
              <a:rPr lang="en-IN" sz="1600" dirty="0"/>
              <a:t>F = </a:t>
            </a:r>
            <a:r>
              <a:rPr lang="en-IN" sz="1600" b="1" dirty="0"/>
              <a:t>34.2918</a:t>
            </a:r>
            <a:r>
              <a:rPr lang="en-IN" sz="1600" dirty="0"/>
              <a:t> </a:t>
            </a:r>
          </a:p>
          <a:p>
            <a:pPr lvl="0"/>
            <a:r>
              <a:rPr lang="en-IN" sz="1600" dirty="0"/>
              <a:t>p &lt; </a:t>
            </a:r>
            <a:r>
              <a:rPr lang="en-IN" sz="1600" b="1" dirty="0"/>
              <a:t>0.001</a:t>
            </a:r>
            <a:r>
              <a:rPr lang="en-IN" sz="1600" dirty="0"/>
              <a:t> </a:t>
            </a:r>
          </a:p>
          <a:p>
            <a:pPr lvl="0"/>
            <a:r>
              <a:rPr lang="en-IN" sz="1600" b="1" dirty="0"/>
              <a:t>Significant</a:t>
            </a:r>
            <a:r>
              <a:rPr lang="en-IN" sz="1600" dirty="0"/>
              <a:t> </a:t>
            </a:r>
          </a:p>
        </p:txBody>
      </p:sp>
      <p:sp>
        <p:nvSpPr>
          <p:cNvPr id="13" name="TextBox 12">
            <a:extLst>
              <a:ext uri="{FF2B5EF4-FFF2-40B4-BE49-F238E27FC236}">
                <a16:creationId xmlns:a16="http://schemas.microsoft.com/office/drawing/2014/main" id="{4BDBAA39-F44E-4C7B-D9E8-FF2D429F1572}"/>
              </a:ext>
            </a:extLst>
          </p:cNvPr>
          <p:cNvSpPr txBox="1"/>
          <p:nvPr/>
        </p:nvSpPr>
        <p:spPr>
          <a:xfrm>
            <a:off x="60385" y="5491103"/>
            <a:ext cx="10791644" cy="1200329"/>
          </a:xfrm>
          <a:prstGeom prst="rect">
            <a:avLst/>
          </a:prstGeom>
          <a:noFill/>
        </p:spPr>
        <p:txBody>
          <a:bodyPr wrap="square" rtlCol="0">
            <a:spAutoFit/>
          </a:bodyPr>
          <a:lstStyle/>
          <a:p>
            <a:r>
              <a:rPr lang="en-IN" b="1" dirty="0"/>
              <a:t>Final takeaway:</a:t>
            </a:r>
          </a:p>
          <a:p>
            <a:r>
              <a:rPr lang="en-IN" b="1" dirty="0"/>
              <a:t>Regional context matters: seasonal performance differs across states, while statistical testing shows that season has a significant effect on profitability but not on yield.</a:t>
            </a:r>
            <a:endParaRPr lang="en-IN" dirty="0"/>
          </a:p>
          <a:p>
            <a:endParaRPr lang="en-IN" dirty="0"/>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D4100DC4-F7F3-8514-0D0F-7CE3D033BCB7}"/>
              </a:ext>
            </a:extLst>
          </p:cNvPr>
          <p:cNvSpPr txBox="1"/>
          <p:nvPr/>
        </p:nvSpPr>
        <p:spPr>
          <a:xfrm>
            <a:off x="320982" y="1201586"/>
            <a:ext cx="6103188" cy="4247317"/>
          </a:xfrm>
          <a:prstGeom prst="rect">
            <a:avLst/>
          </a:prstGeom>
          <a:noFill/>
        </p:spPr>
        <p:txBody>
          <a:bodyPr wrap="square">
            <a:spAutoFit/>
          </a:bodyPr>
          <a:lstStyle/>
          <a:p>
            <a:pPr marL="342900" lvl="0" indent="-342900">
              <a:buFont typeface="Arial" panose="020B0604020202020204" pitchFamily="34" charset="0"/>
              <a:buChar char="•"/>
            </a:pPr>
            <a:r>
              <a:rPr lang="en-IN" b="1"/>
              <a:t>Predictive Analysis:</a:t>
            </a:r>
            <a:r>
              <a:rPr lang="en-IN"/>
              <a:t> Develop models to forecast crop yield and profitability for different seasons.</a:t>
            </a:r>
          </a:p>
          <a:p>
            <a:pPr marL="342900" lvl="0" indent="-342900">
              <a:buFont typeface="Arial" panose="020B0604020202020204" pitchFamily="34" charset="0"/>
              <a:buChar char="•"/>
            </a:pPr>
            <a:r>
              <a:rPr lang="en-IN" b="1" dirty="0"/>
              <a:t>Real-Time Data Integration:</a:t>
            </a:r>
            <a:r>
              <a:rPr lang="en-IN" dirty="0"/>
              <a:t> Incorporate live weather, soil and market-price data for dynamic decision-making.</a:t>
            </a:r>
          </a:p>
          <a:p>
            <a:pPr marL="342900" lvl="0" indent="-342900">
              <a:buFont typeface="Arial" panose="020B0604020202020204" pitchFamily="34" charset="0"/>
              <a:buChar char="•"/>
            </a:pPr>
            <a:r>
              <a:rPr lang="en-IN" b="1" dirty="0"/>
              <a:t>Advanced Regional Analysis:</a:t>
            </a:r>
            <a:r>
              <a:rPr lang="en-IN" dirty="0"/>
              <a:t> Extend the study to more districts and regions to improve location-specific recommendations.</a:t>
            </a:r>
          </a:p>
          <a:p>
            <a:pPr marL="342900" lvl="0" indent="-342900">
              <a:buFont typeface="Arial" panose="020B0604020202020204" pitchFamily="34" charset="0"/>
              <a:buChar char="•"/>
            </a:pPr>
            <a:r>
              <a:rPr lang="en-IN" b="1" dirty="0"/>
              <a:t>Crop Recommendation:</a:t>
            </a:r>
            <a:r>
              <a:rPr lang="en-IN" dirty="0"/>
              <a:t> Build a recommendation system that suggests suitable crop-season combinations based on environmental and economic conditions.</a:t>
            </a:r>
          </a:p>
          <a:p>
            <a:pPr marL="342900" lvl="0" indent="-342900">
              <a:buFont typeface="Arial" panose="020B0604020202020204" pitchFamily="34" charset="0"/>
              <a:buChar char="•"/>
            </a:pPr>
            <a:r>
              <a:rPr lang="en-IN" b="1" dirty="0"/>
              <a:t>Interactive Dashboard:</a:t>
            </a:r>
            <a:r>
              <a:rPr lang="en-IN" dirty="0"/>
              <a:t> Develop an interactive dashboard to monitor seasonal performance, resource efficiency and profitability.</a:t>
            </a:r>
          </a:p>
        </p:txBody>
      </p:sp>
      <p:sp>
        <p:nvSpPr>
          <p:cNvPr id="6" name="TextBox 5">
            <a:extLst>
              <a:ext uri="{FF2B5EF4-FFF2-40B4-BE49-F238E27FC236}">
                <a16:creationId xmlns:a16="http://schemas.microsoft.com/office/drawing/2014/main" id="{CE03F97B-4868-7FA9-7BBE-96B2EEF9A0B5}"/>
              </a:ext>
            </a:extLst>
          </p:cNvPr>
          <p:cNvSpPr txBox="1"/>
          <p:nvPr/>
        </p:nvSpPr>
        <p:spPr>
          <a:xfrm>
            <a:off x="500333" y="5522688"/>
            <a:ext cx="8479766" cy="646331"/>
          </a:xfrm>
          <a:prstGeom prst="rect">
            <a:avLst/>
          </a:prstGeom>
          <a:noFill/>
        </p:spPr>
        <p:txBody>
          <a:bodyPr wrap="square" rtlCol="0">
            <a:spAutoFit/>
          </a:bodyPr>
          <a:lstStyle/>
          <a:p>
            <a:r>
              <a:rPr lang="en-IN" dirty="0"/>
              <a:t>Future development can transform the analysis from descriptive insights into predictive and decision-support tools.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EF027520-AE82-BBAC-7C5C-8AE0F87BC88A}"/>
              </a:ext>
            </a:extLst>
          </p:cNvPr>
          <p:cNvSpPr txBox="1"/>
          <p:nvPr/>
        </p:nvSpPr>
        <p:spPr>
          <a:xfrm>
            <a:off x="405441" y="1275370"/>
            <a:ext cx="10032521" cy="954107"/>
          </a:xfrm>
          <a:prstGeom prst="rect">
            <a:avLst/>
          </a:prstGeom>
          <a:noFill/>
        </p:spPr>
        <p:txBody>
          <a:bodyPr wrap="square" rtlCol="0">
            <a:spAutoFit/>
          </a:bodyPr>
          <a:lstStyle/>
          <a:p>
            <a:r>
              <a:rPr lang="en-IN" sz="2800" b="1" dirty="0"/>
              <a:t>https://github.com/Navya-avadhani/seasonal-agriculture-performance-analysis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2F97259-99AD-C07E-81FD-11EC87F947EF}"/>
              </a:ext>
            </a:extLst>
          </p:cNvPr>
          <p:cNvPicPr>
            <a:picLocks noChangeAspect="1"/>
          </p:cNvPicPr>
          <p:nvPr/>
        </p:nvPicPr>
        <p:blipFill>
          <a:blip r:embed="rId3"/>
          <a:stretch>
            <a:fillRect/>
          </a:stretch>
        </p:blipFill>
        <p:spPr>
          <a:xfrm>
            <a:off x="2597937" y="1425731"/>
            <a:ext cx="7124031" cy="504618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1719</TotalTime>
  <Words>939</Words>
  <Application>Microsoft Office PowerPoint</Application>
  <PresentationFormat>Widescreen</PresentationFormat>
  <Paragraphs>103</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Navyashree Avadhani</cp:lastModifiedBy>
  <cp:revision>99</cp:revision>
  <dcterms:created xsi:type="dcterms:W3CDTF">2021-07-11T13:13:15Z</dcterms:created>
  <dcterms:modified xsi:type="dcterms:W3CDTF">2026-09-08T17:46:39Z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